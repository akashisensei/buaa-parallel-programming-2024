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益洲 刘" userId="9bd8958548c54cfb" providerId="LiveId" clId="{5137D996-63E8-4056-81D7-9E41E7E50FB2}"/>
    <pc:docChg chg="modSld">
      <pc:chgData name="益洲 刘" userId="9bd8958548c54cfb" providerId="LiveId" clId="{5137D996-63E8-4056-81D7-9E41E7E50FB2}" dt="2024-06-07T06:34:24.975" v="23" actId="14100"/>
      <pc:docMkLst>
        <pc:docMk/>
      </pc:docMkLst>
      <pc:sldChg chg="addSp modSp mod">
        <pc:chgData name="益洲 刘" userId="9bd8958548c54cfb" providerId="LiveId" clId="{5137D996-63E8-4056-81D7-9E41E7E50FB2}" dt="2024-06-07T06:34:24.975" v="23" actId="14100"/>
        <pc:sldMkLst>
          <pc:docMk/>
          <pc:sldMk cId="1518192286" sldId="256"/>
        </pc:sldMkLst>
        <pc:cxnChg chg="add mod">
          <ac:chgData name="益洲 刘" userId="9bd8958548c54cfb" providerId="LiveId" clId="{5137D996-63E8-4056-81D7-9E41E7E50FB2}" dt="2024-06-07T06:33:26.128" v="2" actId="13822"/>
          <ac:cxnSpMkLst>
            <pc:docMk/>
            <pc:sldMk cId="1518192286" sldId="256"/>
            <ac:cxnSpMk id="150" creationId="{2524E077-AF06-1932-2CD5-A095F0B216C8}"/>
          </ac:cxnSpMkLst>
        </pc:cxnChg>
        <pc:cxnChg chg="add mod">
          <ac:chgData name="益洲 刘" userId="9bd8958548c54cfb" providerId="LiveId" clId="{5137D996-63E8-4056-81D7-9E41E7E50FB2}" dt="2024-06-07T06:33:38.338" v="4" actId="13822"/>
          <ac:cxnSpMkLst>
            <pc:docMk/>
            <pc:sldMk cId="1518192286" sldId="256"/>
            <ac:cxnSpMk id="152" creationId="{FC7DE6B4-D599-273A-893E-3D9F2B727E49}"/>
          </ac:cxnSpMkLst>
        </pc:cxnChg>
        <pc:cxnChg chg="add mod">
          <ac:chgData name="益洲 刘" userId="9bd8958548c54cfb" providerId="LiveId" clId="{5137D996-63E8-4056-81D7-9E41E7E50FB2}" dt="2024-06-07T06:33:53.235" v="8" actId="14100"/>
          <ac:cxnSpMkLst>
            <pc:docMk/>
            <pc:sldMk cId="1518192286" sldId="256"/>
            <ac:cxnSpMk id="153" creationId="{7789CA7E-E7C6-EFD9-74CE-755901257E1F}"/>
          </ac:cxnSpMkLst>
        </pc:cxnChg>
        <pc:cxnChg chg="add mod">
          <ac:chgData name="益洲 刘" userId="9bd8958548c54cfb" providerId="LiveId" clId="{5137D996-63E8-4056-81D7-9E41E7E50FB2}" dt="2024-06-07T06:33:57.889" v="10" actId="14100"/>
          <ac:cxnSpMkLst>
            <pc:docMk/>
            <pc:sldMk cId="1518192286" sldId="256"/>
            <ac:cxnSpMk id="154" creationId="{6B1EF773-23BD-80F1-7A94-10D9A3DA07FE}"/>
          </ac:cxnSpMkLst>
        </pc:cxnChg>
        <pc:cxnChg chg="add mod">
          <ac:chgData name="益洲 刘" userId="9bd8958548c54cfb" providerId="LiveId" clId="{5137D996-63E8-4056-81D7-9E41E7E50FB2}" dt="2024-06-07T06:34:11.461" v="16" actId="14100"/>
          <ac:cxnSpMkLst>
            <pc:docMk/>
            <pc:sldMk cId="1518192286" sldId="256"/>
            <ac:cxnSpMk id="159" creationId="{710790E9-CDF9-0E83-67F9-82845BF8801B}"/>
          </ac:cxnSpMkLst>
        </pc:cxnChg>
        <pc:cxnChg chg="add mod">
          <ac:chgData name="益洲 刘" userId="9bd8958548c54cfb" providerId="LiveId" clId="{5137D996-63E8-4056-81D7-9E41E7E50FB2}" dt="2024-06-07T06:34:09.823" v="15" actId="14100"/>
          <ac:cxnSpMkLst>
            <pc:docMk/>
            <pc:sldMk cId="1518192286" sldId="256"/>
            <ac:cxnSpMk id="160" creationId="{89EC37B2-83F8-3CAE-3C52-FD53340793E4}"/>
          </ac:cxnSpMkLst>
        </pc:cxnChg>
        <pc:cxnChg chg="add mod">
          <ac:chgData name="益洲 刘" userId="9bd8958548c54cfb" providerId="LiveId" clId="{5137D996-63E8-4056-81D7-9E41E7E50FB2}" dt="2024-06-07T06:34:24.975" v="23" actId="14100"/>
          <ac:cxnSpMkLst>
            <pc:docMk/>
            <pc:sldMk cId="1518192286" sldId="256"/>
            <ac:cxnSpMk id="165" creationId="{D08E224A-2FF5-D594-1683-01D3B619F80D}"/>
          </ac:cxnSpMkLst>
        </pc:cxnChg>
        <pc:cxnChg chg="add mod">
          <ac:chgData name="益洲 刘" userId="9bd8958548c54cfb" providerId="LiveId" clId="{5137D996-63E8-4056-81D7-9E41E7E50FB2}" dt="2024-06-07T06:34:21.839" v="21" actId="14100"/>
          <ac:cxnSpMkLst>
            <pc:docMk/>
            <pc:sldMk cId="1518192286" sldId="256"/>
            <ac:cxnSpMk id="166" creationId="{416F9F4C-BF5A-E10D-8D5B-287C261CE41B}"/>
          </ac:cxnSpMkLst>
        </pc:cxnChg>
      </pc:sldChg>
    </pc:docChg>
  </pc:docChgLst>
  <pc:docChgLst>
    <pc:chgData name="益洲 刘" userId="9bd8958548c54cfb" providerId="LiveId" clId="{50D129F1-774D-47CF-AF11-0751E918FF1D}"/>
    <pc:docChg chg="modSld">
      <pc:chgData name="益洲 刘" userId="9bd8958548c54cfb" providerId="LiveId" clId="{50D129F1-774D-47CF-AF11-0751E918FF1D}" dt="2024-06-09T03:06:28.649" v="1" actId="1582"/>
      <pc:docMkLst>
        <pc:docMk/>
      </pc:docMkLst>
      <pc:sldChg chg="modSp mod">
        <pc:chgData name="益洲 刘" userId="9bd8958548c54cfb" providerId="LiveId" clId="{50D129F1-774D-47CF-AF11-0751E918FF1D}" dt="2024-06-09T03:06:28.649" v="1" actId="1582"/>
        <pc:sldMkLst>
          <pc:docMk/>
          <pc:sldMk cId="1518192286" sldId="256"/>
        </pc:sldMkLst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4" creationId="{F5704B6F-25A2-451C-364B-1818F23DB655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35" creationId="{614D6957-2C4D-F95D-8436-A777C6FFEE40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36" creationId="{940A3227-C380-5824-C706-A07CE2DEAE63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37" creationId="{BBE9F8D1-F0F3-1949-0E2E-D7AECA4B0136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38" creationId="{F5DAB5C3-FBB8-F871-E529-CACB21F8A1C7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39" creationId="{38AB30BE-6729-4AA9-900F-8C91B776087E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0" creationId="{1CC9F92C-B81F-038B-BC15-7AC581834738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1" creationId="{08702762-0B31-2F07-8014-F401986525FD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2" creationId="{683EC096-B5BB-5F71-DBE3-10A375EED5B3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3" creationId="{A307C059-E92A-125A-3CAC-57E05CBC57B0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4" creationId="{0153562F-655E-D8E1-F745-40844B346734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5" creationId="{C1A6A011-01CF-88A6-B446-A7FBEA1452C3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6" creationId="{800EBFEA-0A39-9CE3-6F65-B53050314E1A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7" creationId="{B64D42A6-A6A7-955D-7C37-D6540783598C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8" creationId="{B79D9B31-4403-24A3-EBEE-26FDA9A1A300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49" creationId="{3E451F65-8FFA-5078-9378-885D28B553FE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67" creationId="{2E25AD8D-792A-1B32-1819-B8817542AB2C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68" creationId="{E9924DF1-C667-4555-66D6-5DDD8AE098E9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69" creationId="{DA77C400-1D7E-DD4D-21EC-5A6505476A6E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0" creationId="{770579D1-510C-FDF0-C2DF-9AE6907C9083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1" creationId="{2F9C1867-7004-BD08-C9A6-25760A6F71C0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2" creationId="{15593780-E591-F094-0F00-790AA1E2A1A9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3" creationId="{F67E02BD-7BFB-1D72-9E1B-087572B1E447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4" creationId="{A4960DCE-E81B-AD22-635C-9BAEE772D80E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5" creationId="{6481AD5D-5034-D6B6-F6AD-FF94B9F049BE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6" creationId="{AF31B4BB-691F-0663-91A1-702CCDA80BFF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7" creationId="{59851A8D-DDD0-85E2-185D-33C8BF60B563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8" creationId="{959B5B2E-AA28-558E-80A0-1768CCAF582A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79" creationId="{66E5ACC8-0EE8-6F2E-1BB4-C581420B6375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80" creationId="{D8D908CE-7563-5401-E2F7-7B3D15AB9280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81" creationId="{C4BA4BC4-54DA-1CD6-0426-628CDCC15591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82" creationId="{3062DDD5-BA10-CF32-645B-33749846A2F7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84" creationId="{CD36C679-A3E9-0EB8-7674-FFE584A24C77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85" creationId="{EB5695C1-A71C-A899-A526-03B65753AB1C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86" creationId="{55461B98-EB77-FCAF-B11C-DE0292B381BE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87" creationId="{D55AE936-C203-FFD9-7F13-88F784684A27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88" creationId="{F41F6D9B-D816-152D-F8CE-F2A53680E959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89" creationId="{0E604074-7F39-F9DE-E8CC-35A05B459CF9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0" creationId="{B987DA3A-0419-5BE7-4494-DC121F6BEB8E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1" creationId="{38DBE017-C164-177B-B18B-9BB3C76AEC58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2" creationId="{CE0D70A9-7E48-B1CC-C1D0-553243805B91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3" creationId="{87A533E2-0478-9535-5646-F09D118914CA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4" creationId="{99213619-024A-5E71-1F0B-18E910FE375B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5" creationId="{B08AE849-BE58-A970-89A8-4CBBB8685F3F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6" creationId="{D47ABEC5-0965-AF1B-9B41-5C6BA25C06D4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7" creationId="{A9719059-78F8-4DE1-A91C-5B2225454279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8" creationId="{344A49A4-B7CC-E0EF-70F3-970E9AD866AD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99" creationId="{61DED450-D2C0-DD05-5828-6DA2C33C2241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0" creationId="{AB35AD9F-4EE0-4611-5674-EB0E10F49D40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1" creationId="{9B21760F-9613-0BE7-D091-9142081ABA7F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2" creationId="{F1E9EFAC-DDB7-5FC0-51D2-FDA4046D730D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3" creationId="{06C7A84F-DA50-C573-7C1B-264BFED699BA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4" creationId="{18561E0E-3391-A1EA-7199-7B11082CD07E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5" creationId="{76644CBE-F94E-F8B1-B41D-72335781ABF6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6" creationId="{41C55FDC-4C94-73E5-4181-446589DBC434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7" creationId="{84F7B29C-87EB-EA78-2EBD-9BAB00C5C6FF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8" creationId="{B54B344B-7CCC-7E94-62D0-25F11BB08853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09" creationId="{C8975440-31EA-D21F-A413-88D5F4E7464B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0" creationId="{7BEED944-93FE-F849-E341-9015223B2107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1" creationId="{0FA78C84-0EC9-EE8C-D254-A4D1059BD544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2" creationId="{20E0DDA5-9DD6-FE50-D350-BF5D2D0F05B2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3" creationId="{D8B68051-E15A-58BE-50B4-381D6F3A308C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4" creationId="{68E50994-978C-2858-18F7-91174922761C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5" creationId="{A7F17F4A-D998-AB9B-A5BA-7ADBFBF04D87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16" creationId="{67EED4C8-49A7-36B7-A856-AFB9DAFC5F51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117" creationId="{008FAAF0-B9EC-C32F-01E3-44CB4C274C1C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118" creationId="{D56333EF-6E29-0DEE-7F46-CF79C6889309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119" creationId="{8A61B498-1116-70EC-1D43-129F8E49759A}"/>
          </ac:spMkLst>
        </pc:spChg>
        <pc:spChg chg="mod">
          <ac:chgData name="益洲 刘" userId="9bd8958548c54cfb" providerId="LiveId" clId="{50D129F1-774D-47CF-AF11-0751E918FF1D}" dt="2024-06-09T03:06:28.649" v="1" actId="1582"/>
          <ac:spMkLst>
            <pc:docMk/>
            <pc:sldMk cId="1518192286" sldId="256"/>
            <ac:spMk id="120" creationId="{66ACD36B-C4B7-155D-B1C2-D2F589BE6791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21" creationId="{E05D9EE4-9460-F899-EF80-48CF1F6983E8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22" creationId="{7416DA27-E6F5-3767-2607-FAFB075CD07C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23" creationId="{5CC51D95-DCB8-3172-DD38-CFA84FDCF732}"/>
          </ac:spMkLst>
        </pc:spChg>
        <pc:spChg chg="mod">
          <ac:chgData name="益洲 刘" userId="9bd8958548c54cfb" providerId="LiveId" clId="{50D129F1-774D-47CF-AF11-0751E918FF1D}" dt="2024-06-09T03:06:01.334" v="0" actId="403"/>
          <ac:spMkLst>
            <pc:docMk/>
            <pc:sldMk cId="1518192286" sldId="256"/>
            <ac:spMk id="124" creationId="{123FA0E4-F1AA-0D0B-D3BF-A584B76AC131}"/>
          </ac:spMkLst>
        </pc:sp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26" creationId="{33E60FC1-ECF7-44B1-88C7-50A09354DC9C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27" creationId="{1B2B8AAF-26E6-1144-ABC7-FD3185E1F1D1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30" creationId="{43D8D0D1-62B2-5764-949B-C8C809E77DE1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33" creationId="{EC2EA34D-7B96-A28F-88F2-BBACFF978043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38" creationId="{2150A3F1-C650-22B6-11FE-DA0238122232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50" creationId="{2524E077-AF06-1932-2CD5-A095F0B216C8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52" creationId="{FC7DE6B4-D599-273A-893E-3D9F2B727E49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53" creationId="{7789CA7E-E7C6-EFD9-74CE-755901257E1F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54" creationId="{6B1EF773-23BD-80F1-7A94-10D9A3DA07FE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59" creationId="{710790E9-CDF9-0E83-67F9-82845BF8801B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60" creationId="{89EC37B2-83F8-3CAE-3C52-FD53340793E4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65" creationId="{D08E224A-2FF5-D594-1683-01D3B619F80D}"/>
          </ac:cxnSpMkLst>
        </pc:cxnChg>
        <pc:cxnChg chg="mod">
          <ac:chgData name="益洲 刘" userId="9bd8958548c54cfb" providerId="LiveId" clId="{50D129F1-774D-47CF-AF11-0751E918FF1D}" dt="2024-06-09T03:06:28.649" v="1" actId="1582"/>
          <ac:cxnSpMkLst>
            <pc:docMk/>
            <pc:sldMk cId="1518192286" sldId="256"/>
            <ac:cxnSpMk id="166" creationId="{416F9F4C-BF5A-E10D-8D5B-287C261CE41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FB178-4E40-007F-44F4-4CFDEB48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228BE8-B1CA-B3FD-DD12-76ED629CA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6CC17-2E8F-61D3-2CD5-AFA0056E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80A6B8-2052-8793-052B-0DDCF222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6CB024-FF15-A95D-9056-E151F73C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9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5D9EE-FCDC-0980-43F3-83A15EC3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52856-02EE-450C-4351-F3602549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C0F93-1A78-DC1C-6086-FB309C59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1CE602-78AF-ABAA-BCA6-C1CEC3F9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761FB-7C04-685E-65B8-0C2EFB2D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21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A53B7-07CB-9FF9-F64C-A9B5C620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4D7B9D-A747-BA5D-85AB-42BC05DEC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C39716-4211-A925-3A9B-A480A40D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AFC80-C01B-BD96-B535-2B4056AE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E6370-B6FA-3830-23C3-64BB52D3A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61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96B8C-E369-973D-FBB0-942795A6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B49F31-8E3E-E3E2-C5FE-8597014E8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FFE9D1-A9BD-B2C7-500C-02BD36BA4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3CB68E-FBD3-6BA4-6280-7A082C1D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60C53F-0A51-4F27-719F-23756B15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DCBED8-C515-B6C2-8906-E37885C5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70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D49AF-D298-B9C3-70C0-3947A7D9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13745E-8658-69A6-A1EA-E7E2CC3E4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2B89F4-EACE-BDE0-9459-F0BC44CE4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37FAE0-B6F1-2E80-A7AD-25E563D4D9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260656-1E8A-74BC-CDE0-073877125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9F8A24-6B6A-CB50-F150-FFAF1D59C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6D622B-00CB-D7C7-F55E-6A7E4B43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F9DB40-4596-D07A-425D-A021FE8F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041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4B31A-D52F-CCF0-64E7-0CD35AE86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BE723F-E49C-9288-756E-FD5FA65A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CEA429-8FA7-28E6-FDC6-DAB3E849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CCF9E4-0224-31D5-861A-FAB9A5F1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36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A91C5B-6C32-A320-061C-F0BE40060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F04E6C-2A19-AB1A-033B-B0073562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17DFB5-1F96-50A6-A867-C6854C2ED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6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F1BA5-27AB-DEB4-B00F-51BDE39D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A89B2-0A2A-B2F1-2B0F-25E100CA2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A3ADA9-C0F8-AB27-49FA-42AA409C4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4D7C6-DB00-CD4C-41E9-C0E8037ED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784D31-A29D-08F6-01CD-E43073AF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689923-7AFE-C607-BE76-086FC739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CFAD-A4C9-B4C3-19CA-0EF81408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3D3063-EE74-5B95-5739-9AC782D63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FC618C-799A-A9E2-DEAD-D008CC2A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84E8E0-7621-2187-0800-8BF67CB3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439980-820B-35FD-5CE9-D4FFED68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426899-B4FF-31F4-D863-94A062BC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20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DA697-3041-4241-9E54-97FCDBFD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6BED4C-A5AB-E80E-08E4-2716514B7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4074D-BC6E-FAE0-7F2C-18DA622E6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48A87-ABEA-856C-2867-B3812FB7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F875C8-B73F-5002-0A8C-FA7674B3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3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2521185-0DC8-8F67-0183-366B2C41BC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842929-3CA8-4A9A-705B-AFD27718D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26225-476E-B252-8B0D-40301769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CC2E6-AE14-0051-5864-20062184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1A8E0-0DF5-CFB6-2DF7-C2D57379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4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BF890A9-EBA2-F96F-B873-1A7A3D23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4F5ECB-E31B-46C2-8DB4-7C970B2B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22D42C-7080-5243-A075-41808749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641D0-01D1-43CF-982E-1A96CC5907DE}" type="datetimeFigureOut">
              <a:rPr lang="zh-CN" altLang="en-US" smtClean="0"/>
              <a:t>2024/6/9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50136-28DF-FFFF-6AAC-4430A79BE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29CABB-CDE8-719B-4FD9-4AAB963C0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AE73C-ECBA-4349-A9B2-8A69CFA35D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97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5704B6F-25A2-451C-364B-1818F23DB655}"/>
              </a:ext>
            </a:extLst>
          </p:cNvPr>
          <p:cNvSpPr/>
          <p:nvPr/>
        </p:nvSpPr>
        <p:spPr>
          <a:xfrm>
            <a:off x="10856685" y="121920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4D6957-2C4D-F95D-8436-A777C6FFEE40}"/>
              </a:ext>
            </a:extLst>
          </p:cNvPr>
          <p:cNvSpPr/>
          <p:nvPr/>
        </p:nvSpPr>
        <p:spPr>
          <a:xfrm>
            <a:off x="10290628" y="121920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40A3227-C380-5824-C706-A07CE2DEAE63}"/>
              </a:ext>
            </a:extLst>
          </p:cNvPr>
          <p:cNvSpPr/>
          <p:nvPr/>
        </p:nvSpPr>
        <p:spPr>
          <a:xfrm>
            <a:off x="9724571" y="121920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BE9F8D1-F0F3-1949-0E2E-D7AECA4B0136}"/>
              </a:ext>
            </a:extLst>
          </p:cNvPr>
          <p:cNvSpPr/>
          <p:nvPr/>
        </p:nvSpPr>
        <p:spPr>
          <a:xfrm>
            <a:off x="9158514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6</a:t>
            </a:r>
            <a:endParaRPr lang="zh-CN" altLang="en-US" sz="20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5DAB5C3-FBB8-F871-E529-CACB21F8A1C7}"/>
              </a:ext>
            </a:extLst>
          </p:cNvPr>
          <p:cNvSpPr/>
          <p:nvPr/>
        </p:nvSpPr>
        <p:spPr>
          <a:xfrm>
            <a:off x="8592457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6</a:t>
            </a:r>
            <a:endParaRPr lang="zh-CN" altLang="en-US" sz="20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AB30BE-6729-4AA9-900F-8C91B776087E}"/>
              </a:ext>
            </a:extLst>
          </p:cNvPr>
          <p:cNvSpPr/>
          <p:nvPr/>
        </p:nvSpPr>
        <p:spPr>
          <a:xfrm>
            <a:off x="8026400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C9F92C-B81F-038B-BC15-7AC581834738}"/>
              </a:ext>
            </a:extLst>
          </p:cNvPr>
          <p:cNvSpPr/>
          <p:nvPr/>
        </p:nvSpPr>
        <p:spPr>
          <a:xfrm>
            <a:off x="7460343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8702762-0B31-2F07-8014-F401986525FD}"/>
              </a:ext>
            </a:extLst>
          </p:cNvPr>
          <p:cNvSpPr/>
          <p:nvPr/>
        </p:nvSpPr>
        <p:spPr>
          <a:xfrm>
            <a:off x="6894286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83EC096-B5BB-5F71-DBE3-10A375EED5B3}"/>
              </a:ext>
            </a:extLst>
          </p:cNvPr>
          <p:cNvSpPr/>
          <p:nvPr/>
        </p:nvSpPr>
        <p:spPr>
          <a:xfrm>
            <a:off x="6328229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9</a:t>
            </a:r>
            <a:endParaRPr lang="zh-CN" altLang="en-US" sz="20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307C059-E92A-125A-3CAC-57E05CBC57B0}"/>
              </a:ext>
            </a:extLst>
          </p:cNvPr>
          <p:cNvSpPr/>
          <p:nvPr/>
        </p:nvSpPr>
        <p:spPr>
          <a:xfrm>
            <a:off x="5762172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5</a:t>
            </a:r>
            <a:endParaRPr lang="zh-CN" altLang="en-US" sz="20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53562F-655E-D8E1-F745-40844B346734}"/>
              </a:ext>
            </a:extLst>
          </p:cNvPr>
          <p:cNvSpPr/>
          <p:nvPr/>
        </p:nvSpPr>
        <p:spPr>
          <a:xfrm>
            <a:off x="5196115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1A6A011-01CF-88A6-B446-A7FBEA1452C3}"/>
              </a:ext>
            </a:extLst>
          </p:cNvPr>
          <p:cNvSpPr/>
          <p:nvPr/>
        </p:nvSpPr>
        <p:spPr>
          <a:xfrm>
            <a:off x="4630058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00EBFEA-0A39-9CE3-6F65-B53050314E1A}"/>
              </a:ext>
            </a:extLst>
          </p:cNvPr>
          <p:cNvSpPr/>
          <p:nvPr/>
        </p:nvSpPr>
        <p:spPr>
          <a:xfrm>
            <a:off x="4078516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64D42A6-A6A7-955D-7C37-D6540783598C}"/>
              </a:ext>
            </a:extLst>
          </p:cNvPr>
          <p:cNvSpPr/>
          <p:nvPr/>
        </p:nvSpPr>
        <p:spPr>
          <a:xfrm>
            <a:off x="3512459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9D9B31-4403-24A3-EBEE-26FDA9A1A300}"/>
              </a:ext>
            </a:extLst>
          </p:cNvPr>
          <p:cNvSpPr/>
          <p:nvPr/>
        </p:nvSpPr>
        <p:spPr>
          <a:xfrm>
            <a:off x="2946402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E451F65-8FFA-5078-9378-885D28B553FE}"/>
              </a:ext>
            </a:extLst>
          </p:cNvPr>
          <p:cNvSpPr/>
          <p:nvPr/>
        </p:nvSpPr>
        <p:spPr>
          <a:xfrm>
            <a:off x="2380345" y="12192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E25AD8D-792A-1B32-1819-B8817542AB2C}"/>
              </a:ext>
            </a:extLst>
          </p:cNvPr>
          <p:cNvSpPr/>
          <p:nvPr/>
        </p:nvSpPr>
        <p:spPr>
          <a:xfrm>
            <a:off x="10856685" y="215265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9924DF1-C667-4555-66D6-5DDD8AE098E9}"/>
              </a:ext>
            </a:extLst>
          </p:cNvPr>
          <p:cNvSpPr/>
          <p:nvPr/>
        </p:nvSpPr>
        <p:spPr>
          <a:xfrm>
            <a:off x="10290628" y="215265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A77C400-1D7E-DD4D-21EC-5A6505476A6E}"/>
              </a:ext>
            </a:extLst>
          </p:cNvPr>
          <p:cNvSpPr/>
          <p:nvPr/>
        </p:nvSpPr>
        <p:spPr>
          <a:xfrm>
            <a:off x="9724571" y="215265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770579D1-510C-FDF0-C2DF-9AE6907C9083}"/>
              </a:ext>
            </a:extLst>
          </p:cNvPr>
          <p:cNvSpPr/>
          <p:nvPr/>
        </p:nvSpPr>
        <p:spPr>
          <a:xfrm>
            <a:off x="9158514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x</a:t>
            </a:r>
            <a:endParaRPr lang="zh-CN" altLang="en-US" sz="2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F9C1867-7004-BD08-C9A6-25760A6F71C0}"/>
              </a:ext>
            </a:extLst>
          </p:cNvPr>
          <p:cNvSpPr/>
          <p:nvPr/>
        </p:nvSpPr>
        <p:spPr>
          <a:xfrm>
            <a:off x="8592457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15593780-E591-F094-0F00-790AA1E2A1A9}"/>
              </a:ext>
            </a:extLst>
          </p:cNvPr>
          <p:cNvSpPr/>
          <p:nvPr/>
        </p:nvSpPr>
        <p:spPr>
          <a:xfrm>
            <a:off x="8026400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67E02BD-7BFB-1D72-9E1B-087572B1E447}"/>
              </a:ext>
            </a:extLst>
          </p:cNvPr>
          <p:cNvSpPr/>
          <p:nvPr/>
        </p:nvSpPr>
        <p:spPr>
          <a:xfrm>
            <a:off x="7460343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4960DCE-E81B-AD22-635C-9BAEE772D80E}"/>
              </a:ext>
            </a:extLst>
          </p:cNvPr>
          <p:cNvSpPr/>
          <p:nvPr/>
        </p:nvSpPr>
        <p:spPr>
          <a:xfrm>
            <a:off x="6894286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481AD5D-5034-D6B6-F6AD-FF94B9F049BE}"/>
              </a:ext>
            </a:extLst>
          </p:cNvPr>
          <p:cNvSpPr/>
          <p:nvPr/>
        </p:nvSpPr>
        <p:spPr>
          <a:xfrm>
            <a:off x="6328229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F31B4BB-691F-0663-91A1-702CCDA80BFF}"/>
              </a:ext>
            </a:extLst>
          </p:cNvPr>
          <p:cNvSpPr/>
          <p:nvPr/>
        </p:nvSpPr>
        <p:spPr>
          <a:xfrm>
            <a:off x="5762172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9851A8D-DDD0-85E2-185D-33C8BF60B563}"/>
              </a:ext>
            </a:extLst>
          </p:cNvPr>
          <p:cNvSpPr/>
          <p:nvPr/>
        </p:nvSpPr>
        <p:spPr>
          <a:xfrm>
            <a:off x="5196115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59B5B2E-AA28-558E-80A0-1768CCAF582A}"/>
              </a:ext>
            </a:extLst>
          </p:cNvPr>
          <p:cNvSpPr/>
          <p:nvPr/>
        </p:nvSpPr>
        <p:spPr>
          <a:xfrm>
            <a:off x="4630058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6E5ACC8-0EE8-6F2E-1BB4-C581420B6375}"/>
              </a:ext>
            </a:extLst>
          </p:cNvPr>
          <p:cNvSpPr/>
          <p:nvPr/>
        </p:nvSpPr>
        <p:spPr>
          <a:xfrm>
            <a:off x="4078516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8D908CE-7563-5401-E2F7-7B3D15AB9280}"/>
              </a:ext>
            </a:extLst>
          </p:cNvPr>
          <p:cNvSpPr/>
          <p:nvPr/>
        </p:nvSpPr>
        <p:spPr>
          <a:xfrm>
            <a:off x="3512459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4BA4BC4-54DA-1CD6-0426-628CDCC15591}"/>
              </a:ext>
            </a:extLst>
          </p:cNvPr>
          <p:cNvSpPr/>
          <p:nvPr/>
        </p:nvSpPr>
        <p:spPr>
          <a:xfrm>
            <a:off x="2946402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062DDD5-BA10-CF32-645B-33749846A2F7}"/>
              </a:ext>
            </a:extLst>
          </p:cNvPr>
          <p:cNvSpPr/>
          <p:nvPr/>
        </p:nvSpPr>
        <p:spPr>
          <a:xfrm>
            <a:off x="2380345" y="215265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D36C679-A3E9-0EB8-7674-FFE584A24C77}"/>
              </a:ext>
            </a:extLst>
          </p:cNvPr>
          <p:cNvSpPr/>
          <p:nvPr/>
        </p:nvSpPr>
        <p:spPr>
          <a:xfrm>
            <a:off x="10856685" y="308610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B5695C1-A71C-A899-A526-03B65753AB1C}"/>
              </a:ext>
            </a:extLst>
          </p:cNvPr>
          <p:cNvSpPr/>
          <p:nvPr/>
        </p:nvSpPr>
        <p:spPr>
          <a:xfrm>
            <a:off x="10290628" y="308610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5461B98-EB77-FCAF-B11C-DE0292B381BE}"/>
              </a:ext>
            </a:extLst>
          </p:cNvPr>
          <p:cNvSpPr/>
          <p:nvPr/>
        </p:nvSpPr>
        <p:spPr>
          <a:xfrm>
            <a:off x="9724571" y="3086101"/>
            <a:ext cx="566057" cy="3193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55AE936-C203-FFD9-7F13-88F784684A27}"/>
              </a:ext>
            </a:extLst>
          </p:cNvPr>
          <p:cNvSpPr/>
          <p:nvPr/>
        </p:nvSpPr>
        <p:spPr>
          <a:xfrm>
            <a:off x="9158514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41F6D9B-D816-152D-F8CE-F2A53680E959}"/>
              </a:ext>
            </a:extLst>
          </p:cNvPr>
          <p:cNvSpPr/>
          <p:nvPr/>
        </p:nvSpPr>
        <p:spPr>
          <a:xfrm>
            <a:off x="8592457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E604074-7F39-F9DE-E8CC-35A05B459CF9}"/>
              </a:ext>
            </a:extLst>
          </p:cNvPr>
          <p:cNvSpPr/>
          <p:nvPr/>
        </p:nvSpPr>
        <p:spPr>
          <a:xfrm>
            <a:off x="8026400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987DA3A-0419-5BE7-4494-DC121F6BEB8E}"/>
              </a:ext>
            </a:extLst>
          </p:cNvPr>
          <p:cNvSpPr/>
          <p:nvPr/>
        </p:nvSpPr>
        <p:spPr>
          <a:xfrm>
            <a:off x="7460343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8DBE017-C164-177B-B18B-9BB3C76AEC58}"/>
              </a:ext>
            </a:extLst>
          </p:cNvPr>
          <p:cNvSpPr/>
          <p:nvPr/>
        </p:nvSpPr>
        <p:spPr>
          <a:xfrm>
            <a:off x="6894286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E0D70A9-7E48-B1CC-C1D0-553243805B91}"/>
              </a:ext>
            </a:extLst>
          </p:cNvPr>
          <p:cNvSpPr/>
          <p:nvPr/>
        </p:nvSpPr>
        <p:spPr>
          <a:xfrm>
            <a:off x="6328229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7A533E2-0478-9535-5646-F09D118914CA}"/>
              </a:ext>
            </a:extLst>
          </p:cNvPr>
          <p:cNvSpPr/>
          <p:nvPr/>
        </p:nvSpPr>
        <p:spPr>
          <a:xfrm>
            <a:off x="5762172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9213619-024A-5E71-1F0B-18E910FE375B}"/>
              </a:ext>
            </a:extLst>
          </p:cNvPr>
          <p:cNvSpPr/>
          <p:nvPr/>
        </p:nvSpPr>
        <p:spPr>
          <a:xfrm>
            <a:off x="5196115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08AE849-BE58-A970-89A8-4CBBB8685F3F}"/>
              </a:ext>
            </a:extLst>
          </p:cNvPr>
          <p:cNvSpPr/>
          <p:nvPr/>
        </p:nvSpPr>
        <p:spPr>
          <a:xfrm>
            <a:off x="4630058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47ABEC5-0965-AF1B-9B41-5C6BA25C06D4}"/>
              </a:ext>
            </a:extLst>
          </p:cNvPr>
          <p:cNvSpPr/>
          <p:nvPr/>
        </p:nvSpPr>
        <p:spPr>
          <a:xfrm>
            <a:off x="4078516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9719059-78F8-4DE1-A91C-5B2225454279}"/>
              </a:ext>
            </a:extLst>
          </p:cNvPr>
          <p:cNvSpPr/>
          <p:nvPr/>
        </p:nvSpPr>
        <p:spPr>
          <a:xfrm>
            <a:off x="3512459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44A49A4-B7CC-E0EF-70F3-970E9AD866AD}"/>
              </a:ext>
            </a:extLst>
          </p:cNvPr>
          <p:cNvSpPr/>
          <p:nvPr/>
        </p:nvSpPr>
        <p:spPr>
          <a:xfrm>
            <a:off x="2946402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1DED450-D2C0-DD05-5828-6DA2C33C2241}"/>
              </a:ext>
            </a:extLst>
          </p:cNvPr>
          <p:cNvSpPr/>
          <p:nvPr/>
        </p:nvSpPr>
        <p:spPr>
          <a:xfrm>
            <a:off x="2380345" y="3086101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</a:t>
            </a:r>
            <a:endParaRPr lang="zh-CN" altLang="en-US" sz="2000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B35AD9F-4EE0-4611-5674-EB0E10F49D40}"/>
              </a:ext>
            </a:extLst>
          </p:cNvPr>
          <p:cNvSpPr/>
          <p:nvPr/>
        </p:nvSpPr>
        <p:spPr>
          <a:xfrm>
            <a:off x="10856685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B21760F-9613-0BE7-D091-9142081ABA7F}"/>
              </a:ext>
            </a:extLst>
          </p:cNvPr>
          <p:cNvSpPr/>
          <p:nvPr/>
        </p:nvSpPr>
        <p:spPr>
          <a:xfrm>
            <a:off x="10290628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1E9EFAC-DDB7-5FC0-51D2-FDA4046D730D}"/>
              </a:ext>
            </a:extLst>
          </p:cNvPr>
          <p:cNvSpPr/>
          <p:nvPr/>
        </p:nvSpPr>
        <p:spPr>
          <a:xfrm>
            <a:off x="9724571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6C7A84F-DA50-C573-7C1B-264BFED699BA}"/>
              </a:ext>
            </a:extLst>
          </p:cNvPr>
          <p:cNvSpPr/>
          <p:nvPr/>
        </p:nvSpPr>
        <p:spPr>
          <a:xfrm>
            <a:off x="9158514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8561E0E-3391-A1EA-7199-7B11082CD07E}"/>
              </a:ext>
            </a:extLst>
          </p:cNvPr>
          <p:cNvSpPr/>
          <p:nvPr/>
        </p:nvSpPr>
        <p:spPr>
          <a:xfrm>
            <a:off x="8592457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76644CBE-F94E-F8B1-B41D-72335781ABF6}"/>
              </a:ext>
            </a:extLst>
          </p:cNvPr>
          <p:cNvSpPr/>
          <p:nvPr/>
        </p:nvSpPr>
        <p:spPr>
          <a:xfrm>
            <a:off x="8026400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1C55FDC-4C94-73E5-4181-446589DBC434}"/>
              </a:ext>
            </a:extLst>
          </p:cNvPr>
          <p:cNvSpPr/>
          <p:nvPr/>
        </p:nvSpPr>
        <p:spPr>
          <a:xfrm>
            <a:off x="7460343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4F7B29C-87EB-EA78-2EBD-9BAB00C5C6FF}"/>
              </a:ext>
            </a:extLst>
          </p:cNvPr>
          <p:cNvSpPr/>
          <p:nvPr/>
        </p:nvSpPr>
        <p:spPr>
          <a:xfrm>
            <a:off x="6894286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54B344B-7CCC-7E94-62D0-25F11BB08853}"/>
              </a:ext>
            </a:extLst>
          </p:cNvPr>
          <p:cNvSpPr/>
          <p:nvPr/>
        </p:nvSpPr>
        <p:spPr>
          <a:xfrm>
            <a:off x="6328229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8975440-31EA-D21F-A413-88D5F4E7464B}"/>
              </a:ext>
            </a:extLst>
          </p:cNvPr>
          <p:cNvSpPr/>
          <p:nvPr/>
        </p:nvSpPr>
        <p:spPr>
          <a:xfrm>
            <a:off x="5762172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BEED944-93FE-F849-E341-9015223B2107}"/>
              </a:ext>
            </a:extLst>
          </p:cNvPr>
          <p:cNvSpPr/>
          <p:nvPr/>
        </p:nvSpPr>
        <p:spPr>
          <a:xfrm>
            <a:off x="5196115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FA78C84-0EC9-EE8C-D254-A4D1059BD544}"/>
              </a:ext>
            </a:extLst>
          </p:cNvPr>
          <p:cNvSpPr/>
          <p:nvPr/>
        </p:nvSpPr>
        <p:spPr>
          <a:xfrm>
            <a:off x="4630058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20E0DDA5-9DD6-FE50-D350-BF5D2D0F05B2}"/>
              </a:ext>
            </a:extLst>
          </p:cNvPr>
          <p:cNvSpPr/>
          <p:nvPr/>
        </p:nvSpPr>
        <p:spPr>
          <a:xfrm>
            <a:off x="4078516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8B68051-E15A-58BE-50B4-381D6F3A308C}"/>
              </a:ext>
            </a:extLst>
          </p:cNvPr>
          <p:cNvSpPr/>
          <p:nvPr/>
        </p:nvSpPr>
        <p:spPr>
          <a:xfrm>
            <a:off x="3512459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8E50994-978C-2858-18F7-91174922761C}"/>
              </a:ext>
            </a:extLst>
          </p:cNvPr>
          <p:cNvSpPr/>
          <p:nvPr/>
        </p:nvSpPr>
        <p:spPr>
          <a:xfrm>
            <a:off x="2946402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7F17F4A-D998-AB9B-A5BA-7ADBFBF04D87}"/>
              </a:ext>
            </a:extLst>
          </p:cNvPr>
          <p:cNvSpPr/>
          <p:nvPr/>
        </p:nvSpPr>
        <p:spPr>
          <a:xfrm>
            <a:off x="2380345" y="800102"/>
            <a:ext cx="566057" cy="319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67EED4C8-49A7-36B7-A856-AFB9DAFC5F51}"/>
              </a:ext>
            </a:extLst>
          </p:cNvPr>
          <p:cNvSpPr txBox="1"/>
          <p:nvPr/>
        </p:nvSpPr>
        <p:spPr>
          <a:xfrm>
            <a:off x="171450" y="1194192"/>
            <a:ext cx="2208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input</a:t>
            </a:r>
            <a:endParaRPr lang="zh-CN" altLang="en-US" sz="2000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08FAAF0-B9EC-C32F-01E3-44CB4C274C1C}"/>
              </a:ext>
            </a:extLst>
          </p:cNvPr>
          <p:cNvSpPr/>
          <p:nvPr/>
        </p:nvSpPr>
        <p:spPr>
          <a:xfrm>
            <a:off x="4078517" y="4386036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11</a:t>
            </a:r>
            <a:endParaRPr lang="zh-CN" altLang="en-US" sz="2000" dirty="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56333EF-6E29-0DEE-7F46-CF79C6889309}"/>
              </a:ext>
            </a:extLst>
          </p:cNvPr>
          <p:cNvSpPr/>
          <p:nvPr/>
        </p:nvSpPr>
        <p:spPr>
          <a:xfrm>
            <a:off x="3512460" y="4386036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8</a:t>
            </a:r>
            <a:endParaRPr lang="zh-CN" altLang="en-US" sz="2000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8A61B498-1116-70EC-1D43-129F8E49759A}"/>
              </a:ext>
            </a:extLst>
          </p:cNvPr>
          <p:cNvSpPr/>
          <p:nvPr/>
        </p:nvSpPr>
        <p:spPr>
          <a:xfrm>
            <a:off x="2946403" y="4386036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endParaRPr lang="zh-CN" altLang="en-US" sz="2000" dirty="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6ACD36B-C4B7-155D-B1C2-D2F589BE6791}"/>
              </a:ext>
            </a:extLst>
          </p:cNvPr>
          <p:cNvSpPr/>
          <p:nvPr/>
        </p:nvSpPr>
        <p:spPr>
          <a:xfrm>
            <a:off x="2380346" y="4386036"/>
            <a:ext cx="566057" cy="319314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3</a:t>
            </a:r>
            <a:endParaRPr lang="zh-CN" altLang="en-US" sz="20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05D9EE4-9460-F899-EF80-48CF1F6983E8}"/>
              </a:ext>
            </a:extLst>
          </p:cNvPr>
          <p:cNvSpPr txBox="1"/>
          <p:nvPr/>
        </p:nvSpPr>
        <p:spPr>
          <a:xfrm>
            <a:off x="171449" y="2127642"/>
            <a:ext cx="2208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indicator</a:t>
            </a:r>
            <a:endParaRPr lang="zh-CN" altLang="en-US" sz="2000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7416DA27-E6F5-3767-2607-FAFB075CD07C}"/>
              </a:ext>
            </a:extLst>
          </p:cNvPr>
          <p:cNvSpPr txBox="1"/>
          <p:nvPr/>
        </p:nvSpPr>
        <p:spPr>
          <a:xfrm>
            <a:off x="171448" y="3061092"/>
            <a:ext cx="2208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scanned indicator</a:t>
            </a:r>
            <a:endParaRPr lang="zh-CN" altLang="en-US" sz="20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5CC51D95-DCB8-3172-DD38-CFA84FDCF732}"/>
              </a:ext>
            </a:extLst>
          </p:cNvPr>
          <p:cNvSpPr txBox="1"/>
          <p:nvPr/>
        </p:nvSpPr>
        <p:spPr>
          <a:xfrm>
            <a:off x="171448" y="4361027"/>
            <a:ext cx="2208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output</a:t>
            </a:r>
            <a:endParaRPr lang="zh-CN" altLang="en-US" sz="20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23FA0E4-F1AA-0D0B-D3BF-A584B76AC131}"/>
              </a:ext>
            </a:extLst>
          </p:cNvPr>
          <p:cNvSpPr txBox="1"/>
          <p:nvPr/>
        </p:nvSpPr>
        <p:spPr>
          <a:xfrm>
            <a:off x="8337095" y="4361027"/>
            <a:ext cx="2208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total count</a:t>
            </a:r>
            <a:endParaRPr lang="zh-CN" altLang="en-US" sz="2000" dirty="0"/>
          </a:p>
        </p:txBody>
      </p:sp>
      <p:cxnSp>
        <p:nvCxnSpPr>
          <p:cNvPr id="126" name="连接符: 曲线 125">
            <a:extLst>
              <a:ext uri="{FF2B5EF4-FFF2-40B4-BE49-F238E27FC236}">
                <a16:creationId xmlns:a16="http://schemas.microsoft.com/office/drawing/2014/main" id="{33E60FC1-ECF7-44B1-88C7-50A09354DC9C}"/>
              </a:ext>
            </a:extLst>
          </p:cNvPr>
          <p:cNvCxnSpPr>
            <a:stCxn id="96" idx="2"/>
            <a:endCxn id="120" idx="0"/>
          </p:cNvCxnSpPr>
          <p:nvPr/>
        </p:nvCxnSpPr>
        <p:spPr>
          <a:xfrm rot="5400000">
            <a:off x="3022150" y="3046640"/>
            <a:ext cx="980621" cy="169817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连接符: 曲线 126">
            <a:extLst>
              <a:ext uri="{FF2B5EF4-FFF2-40B4-BE49-F238E27FC236}">
                <a16:creationId xmlns:a16="http://schemas.microsoft.com/office/drawing/2014/main" id="{1B2B8AAF-26E6-1144-ABC7-FD3185E1F1D1}"/>
              </a:ext>
            </a:extLst>
          </p:cNvPr>
          <p:cNvCxnSpPr>
            <a:cxnSpLocks/>
            <a:stCxn id="95" idx="2"/>
            <a:endCxn id="119" idx="0"/>
          </p:cNvCxnSpPr>
          <p:nvPr/>
        </p:nvCxnSpPr>
        <p:spPr>
          <a:xfrm rot="5400000">
            <a:off x="3580950" y="3053898"/>
            <a:ext cx="980621" cy="1683655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连接符: 曲线 129">
            <a:extLst>
              <a:ext uri="{FF2B5EF4-FFF2-40B4-BE49-F238E27FC236}">
                <a16:creationId xmlns:a16="http://schemas.microsoft.com/office/drawing/2014/main" id="{43D8D0D1-62B2-5764-949B-C8C809E77DE1}"/>
              </a:ext>
            </a:extLst>
          </p:cNvPr>
          <p:cNvCxnSpPr>
            <a:cxnSpLocks/>
            <a:stCxn id="91" idx="2"/>
            <a:endCxn id="118" idx="0"/>
          </p:cNvCxnSpPr>
          <p:nvPr/>
        </p:nvCxnSpPr>
        <p:spPr>
          <a:xfrm rot="5400000">
            <a:off x="4996092" y="2204812"/>
            <a:ext cx="980621" cy="3381826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连接符: 曲线 132">
            <a:extLst>
              <a:ext uri="{FF2B5EF4-FFF2-40B4-BE49-F238E27FC236}">
                <a16:creationId xmlns:a16="http://schemas.microsoft.com/office/drawing/2014/main" id="{EC2EA34D-7B96-A28F-88F2-BBACFF978043}"/>
              </a:ext>
            </a:extLst>
          </p:cNvPr>
          <p:cNvCxnSpPr>
            <a:cxnSpLocks/>
            <a:stCxn id="88" idx="2"/>
            <a:endCxn id="117" idx="0"/>
          </p:cNvCxnSpPr>
          <p:nvPr/>
        </p:nvCxnSpPr>
        <p:spPr>
          <a:xfrm rot="5400000">
            <a:off x="6128206" y="1638755"/>
            <a:ext cx="980621" cy="4513940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2150A3F1-C650-22B6-11FE-DA0238122232}"/>
              </a:ext>
            </a:extLst>
          </p:cNvPr>
          <p:cNvCxnSpPr>
            <a:stCxn id="87" idx="2"/>
            <a:endCxn id="124" idx="0"/>
          </p:cNvCxnSpPr>
          <p:nvPr/>
        </p:nvCxnSpPr>
        <p:spPr>
          <a:xfrm>
            <a:off x="9441543" y="3405415"/>
            <a:ext cx="0" cy="9556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2524E077-AF06-1932-2CD5-A095F0B216C8}"/>
              </a:ext>
            </a:extLst>
          </p:cNvPr>
          <p:cNvCxnSpPr>
            <a:stCxn id="46" idx="2"/>
            <a:endCxn id="79" idx="0"/>
          </p:cNvCxnSpPr>
          <p:nvPr/>
        </p:nvCxnSpPr>
        <p:spPr>
          <a:xfrm>
            <a:off x="4361545" y="1538515"/>
            <a:ext cx="0" cy="6141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2" name="连接符: 曲线 151">
            <a:extLst>
              <a:ext uri="{FF2B5EF4-FFF2-40B4-BE49-F238E27FC236}">
                <a16:creationId xmlns:a16="http://schemas.microsoft.com/office/drawing/2014/main" id="{FC7DE6B4-D599-273A-893E-3D9F2B727E49}"/>
              </a:ext>
            </a:extLst>
          </p:cNvPr>
          <p:cNvCxnSpPr>
            <a:stCxn id="45" idx="2"/>
            <a:endCxn id="79" idx="0"/>
          </p:cNvCxnSpPr>
          <p:nvPr/>
        </p:nvCxnSpPr>
        <p:spPr>
          <a:xfrm rot="5400000">
            <a:off x="4342754" y="1557308"/>
            <a:ext cx="589127" cy="551541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7789CA7E-E7C6-EFD9-74CE-755901257E1F}"/>
              </a:ext>
            </a:extLst>
          </p:cNvPr>
          <p:cNvCxnSpPr>
            <a:cxnSpLocks/>
            <a:stCxn id="45" idx="2"/>
            <a:endCxn id="78" idx="0"/>
          </p:cNvCxnSpPr>
          <p:nvPr/>
        </p:nvCxnSpPr>
        <p:spPr>
          <a:xfrm>
            <a:off x="4913087" y="1538515"/>
            <a:ext cx="0" cy="6141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4" name="连接符: 曲线 153">
            <a:extLst>
              <a:ext uri="{FF2B5EF4-FFF2-40B4-BE49-F238E27FC236}">
                <a16:creationId xmlns:a16="http://schemas.microsoft.com/office/drawing/2014/main" id="{6B1EF773-23BD-80F1-7A94-10D9A3DA07FE}"/>
              </a:ext>
            </a:extLst>
          </p:cNvPr>
          <p:cNvCxnSpPr>
            <a:cxnSpLocks/>
            <a:stCxn id="44" idx="2"/>
            <a:endCxn id="78" idx="0"/>
          </p:cNvCxnSpPr>
          <p:nvPr/>
        </p:nvCxnSpPr>
        <p:spPr>
          <a:xfrm rot="5400000">
            <a:off x="4889048" y="1562555"/>
            <a:ext cx="614136" cy="566057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710790E9-CDF9-0E83-67F9-82845BF8801B}"/>
              </a:ext>
            </a:extLst>
          </p:cNvPr>
          <p:cNvCxnSpPr>
            <a:cxnSpLocks/>
            <a:stCxn id="41" idx="2"/>
            <a:endCxn id="74" idx="0"/>
          </p:cNvCxnSpPr>
          <p:nvPr/>
        </p:nvCxnSpPr>
        <p:spPr>
          <a:xfrm>
            <a:off x="7177315" y="1538515"/>
            <a:ext cx="0" cy="6141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0" name="连接符: 曲线 159">
            <a:extLst>
              <a:ext uri="{FF2B5EF4-FFF2-40B4-BE49-F238E27FC236}">
                <a16:creationId xmlns:a16="http://schemas.microsoft.com/office/drawing/2014/main" id="{89EC37B2-83F8-3CAE-3C52-FD53340793E4}"/>
              </a:ext>
            </a:extLst>
          </p:cNvPr>
          <p:cNvCxnSpPr>
            <a:cxnSpLocks/>
            <a:stCxn id="40" idx="2"/>
            <a:endCxn id="74" idx="0"/>
          </p:cNvCxnSpPr>
          <p:nvPr/>
        </p:nvCxnSpPr>
        <p:spPr>
          <a:xfrm rot="5400000">
            <a:off x="7153276" y="1562555"/>
            <a:ext cx="614136" cy="566057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D08E224A-2FF5-D594-1683-01D3B619F80D}"/>
              </a:ext>
            </a:extLst>
          </p:cNvPr>
          <p:cNvCxnSpPr>
            <a:cxnSpLocks/>
            <a:stCxn id="38" idx="2"/>
            <a:endCxn id="71" idx="0"/>
          </p:cNvCxnSpPr>
          <p:nvPr/>
        </p:nvCxnSpPr>
        <p:spPr>
          <a:xfrm>
            <a:off x="8875486" y="1538515"/>
            <a:ext cx="0" cy="6141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6" name="连接符: 曲线 165">
            <a:extLst>
              <a:ext uri="{FF2B5EF4-FFF2-40B4-BE49-F238E27FC236}">
                <a16:creationId xmlns:a16="http://schemas.microsoft.com/office/drawing/2014/main" id="{416F9F4C-BF5A-E10D-8D5B-287C261CE41B}"/>
              </a:ext>
            </a:extLst>
          </p:cNvPr>
          <p:cNvCxnSpPr>
            <a:cxnSpLocks/>
            <a:stCxn id="37" idx="2"/>
            <a:endCxn id="71" idx="0"/>
          </p:cNvCxnSpPr>
          <p:nvPr/>
        </p:nvCxnSpPr>
        <p:spPr>
          <a:xfrm rot="5400000">
            <a:off x="8851447" y="1562555"/>
            <a:ext cx="614136" cy="566057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192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</Words>
  <Application>Microsoft Office PowerPoint</Application>
  <PresentationFormat>宽屏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2024-06-07T06:31:56Z</dcterms:created>
  <dcterms:modified xsi:type="dcterms:W3CDTF">2024-06-09T03:06:37Z</dcterms:modified>
</cp:coreProperties>
</file>